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63D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16263D"/>
                </a:solidFill>
                <a:latin typeface="Calibri"/>
              </a:rPr>
              <a:t>Workflow Acceptance Rate by Interaction Block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WAR (%)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6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1-10</c:v>
                </c:pt>
                <c:pt idx="1">
                  <c:v>11-20</c:v>
                </c:pt>
                <c:pt idx="2">
                  <c:v>21-30</c:v>
                </c:pt>
                <c:pt idx="3">
                  <c:v>31-40</c:v>
                </c:pt>
                <c:pt idx="4">
                  <c:v>41-50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90</c:v>
                </c:pt>
                <c:pt idx="2">
                  <c:v>90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0B-48B0-B9B9-08CF4C1F8B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407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local-first voice agent that understands goals rather than isolated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problem, then the five capabilities of the proposed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modules orchestrated by the Agent Controller. The feedback loop: Module 7 writes to the Knowledge Base and Module 4 reads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module with its design choice and measured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metrics and the learning curve: WAR climbs from 80% to 100% over 50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example: "Let's do vibe coding" through the full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4023360" cy="402336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017520"/>
            <a:ext cx="2377440" cy="237744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CS23E02 — ARTIFICIAL INTELLIGENCE MINI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Voice-Driven Intelligent Desktop Workflow Agent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LLM-Based Goal Recognition and Adaptive Preference Learning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Sanjay 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7th Semester —Q Batch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337560"/>
          </a:xfrm>
          <a:prstGeom prst="roundRect">
            <a:avLst>
              <a:gd name="adj" fmla="val 2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 run single, isolated commands ("Open Chrome") and miss the goal ("Start a coding session").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adaptive learning from behavior or time-of-day patterns.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 with cloud-only architectures.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005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a Local-First Voice Agent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20440" y="1371600"/>
            <a:ext cx="5166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30168" y="147218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1472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139903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Goals, Not Just Commands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classifies speech into 7 intents: Coding, Meeting, Research, Entertainment, Communication, Productivity, System.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1965960"/>
            <a:ext cx="5166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0168" y="206654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199339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Multi-Step Workflows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"Vibe coding" becomes VS Code + Spotify + YouTube + Claude + Gemini + ChatGPT.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0440" y="2560320"/>
            <a:ext cx="5166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30168" y="266090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30168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258775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and Adapts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 feedback, hour-of-day, day-of-week and frequency improve recommendations.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20440" y="3154680"/>
            <a:ext cx="5166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30168" y="325526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30168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318211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Locally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run on-device via subprocess/webbrowser; only the LLM call leaves the machine.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20440" y="3749040"/>
            <a:ext cx="5166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30168" y="384962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30168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77647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Noisy Speech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NLU pipeline strips fillers and disfluencies and maps synonyms.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Technologies:  </a:t>
            </a:r>
            <a:r>
              <a:rPr lang="en-US" sz="115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3.6 Flash (intent)  •  Faster-Whisper base, int8 (STT)  •  Python 3.10+  •  SQLite  •  PyAutoGUI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CONTROLLER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Understand → Reason → Recommend → Confirm → Execute → Learn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719072"/>
            <a:ext cx="16002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Processing</a:t>
            </a: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06040" y="169164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719072"/>
            <a:ext cx="16002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Preprocess</a:t>
            </a: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clean-up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46320" y="1719072"/>
            <a:ext cx="16002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</a:t>
            </a: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03720" y="169164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995160" y="1719072"/>
            <a:ext cx="16002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workflow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0280" y="2075688"/>
            <a:ext cx="3657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89120" y="2075688"/>
            <a:ext cx="3657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37960" y="2075688"/>
            <a:ext cx="3657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95260" y="2468880"/>
            <a:ext cx="0" cy="27432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03720" y="27432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995160" y="2770632"/>
            <a:ext cx="16002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Display</a:t>
            </a: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shown to user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846320" y="2770632"/>
            <a:ext cx="16002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Confirmation</a:t>
            </a: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 gate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27432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2697480" y="2770632"/>
            <a:ext cx="16002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action handlers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48640" y="2770632"/>
            <a:ext cx="16002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Learning</a:t>
            </a: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+ frequency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 flipH="1">
            <a:off x="2240280" y="3127248"/>
            <a:ext cx="3657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4389120" y="3127248"/>
            <a:ext cx="3657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6537960" y="3127248"/>
            <a:ext cx="3657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348740" y="3520440"/>
            <a:ext cx="0" cy="27432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KNOWLEDGE BASE (SQLite)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16052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160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History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14600" y="416052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14600" y="4160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Web Usage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89120" y="416052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89120" y="4160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Preferences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5508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writes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reads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→ Raw text → Cleaned text → Intent + entities → Multi-step workflow → Confirmation → Execution → Learning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225296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25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5156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Processing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mono capture; Faster-Whisper (base, int8, CPU)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2527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3F7F4"/>
          </a:solidFill>
          <a:ln w="12700">
            <a:solidFill>
              <a:srgbClr val="E3F7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2527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7.3%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225296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1225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05156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Preprocessor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stages: clean, fillers, polite phrases, disfluency, normalize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6640" y="12527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3F7F4"/>
          </a:solidFill>
          <a:ln w="12700">
            <a:solidFill>
              <a:srgbClr val="E3F7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12527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+8.3% accuracy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2139696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139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196596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goal-level classification into 7 intents; JSON + entities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21671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3F7F4"/>
          </a:solidFill>
          <a:ln w="12700">
            <a:solidFill>
              <a:srgbClr val="E3F7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0" y="21671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95.7% | F1 0.957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920240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73168" y="2139696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73168" y="2139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196596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Recommendation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tiers: Entity → Learned → Static defaults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06640" y="21671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3F7F4"/>
          </a:solidFill>
          <a:ln w="12700">
            <a:solidFill>
              <a:srgbClr val="E3F7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21671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92.0%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" y="3054096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288036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Confirmation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 gate before anything runs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0" y="30815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3F7F4"/>
          </a:solidFill>
          <a:ln w="12700">
            <a:solidFill>
              <a:srgbClr val="E3F7F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00400" y="30815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learning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834640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73168" y="3054096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73168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257800" y="288036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action handlers running on-device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06640" y="30815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3F7F4"/>
          </a:solidFill>
          <a:ln w="12700">
            <a:solidFill>
              <a:srgbClr val="E3F7F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06640" y="30815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97.8%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749040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6928" y="3968496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379476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Learning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(hour, weekday) and frequency-based adaptation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200400" y="3995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3F7F4"/>
          </a:solidFill>
          <a:ln w="12700">
            <a:solidFill>
              <a:srgbClr val="E3F7F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200400" y="3995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+15.2% over 50 runs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749040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73168" y="3968496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773168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257800" y="379476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5 tables of persistent local learning data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406640" y="3995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3F7F4"/>
          </a:solidFill>
          <a:ln w="12700">
            <a:solidFill>
              <a:srgbClr val="E3F7F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06640" y="3995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 Rate</a:t>
            </a:r>
            <a:endParaRPr lang="en-US" sz="11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WER, average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48840" y="100584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194560" y="1234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95.7%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Accuracy</a:t>
            </a:r>
            <a:endParaRPr lang="en-US" sz="11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ICA, F1 = 0.957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40480" y="100584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886200" y="1234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1,847 ms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1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02920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92.0%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49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Acceptance</a:t>
            </a:r>
            <a:endParaRPr lang="en-US" sz="11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48840" y="283464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194560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97.8%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3749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Reliability</a:t>
            </a:r>
            <a:endParaRPr lang="en-US" sz="11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0" y="283464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886200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+15.2%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3749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Learning</a:t>
            </a:r>
            <a:endParaRPr lang="en-US" sz="11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 interactions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23560" y="1005840"/>
            <a:ext cx="3063240" cy="35204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22" name="Chart 0"/>
          <p:cNvGraphicFramePr/>
          <p:nvPr/>
        </p:nvGraphicFramePr>
        <p:xfrm>
          <a:off x="5715000" y="1097280"/>
          <a:ext cx="288036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improves from 80% to 100% as the agent learns user preferences.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Run — CLI Output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071427"/>
          </a:solidFill>
          <a:ln w="12700">
            <a:solidFill>
              <a:srgbClr val="1F355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Command: Let's do vibe coding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NLU   "Let's do vibe coding" → "do vibe coding"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Intent: CODING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 wants coding + music + AI tools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Validation successful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 Workflow (6 steps)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 OPEN_APPLICATION  VS 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 OPEN_WEBSITE      Spotify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 OPEN_WEBSITE      YouTube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 OPEN_WEBSITE      Claude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5 OPEN_WEBSITE      Gemini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6 OPEN_WEBSITE      ChatGPT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E2E latency: 1534 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 User confirmed the workflow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[6] Workflow completed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[7] Acceptance rate: 92% (46/50), improving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0" y="114300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960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 words removed, intent = CODING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1031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phrase becomes a 6-step workflow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306324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Execute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approves, actions run locally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402336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840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recorded to improve next time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774</Words>
  <Application>Microsoft Office PowerPoint</Application>
  <PresentationFormat>On-screen Show (16:9)</PresentationFormat>
  <Paragraphs>157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Voice-Driven Intelligent Desktop Workflow Agent</dc:title>
  <dc:subject>PptxGenJS Presentation</dc:subject>
  <dc:creator>Sivasanjay C S</dc:creator>
  <cp:lastModifiedBy>Siva Sanjay S</cp:lastModifiedBy>
  <cp:revision>4</cp:revision>
  <dcterms:created xsi:type="dcterms:W3CDTF">2026-09-28T17:26:09Z</dcterms:created>
  <dcterms:modified xsi:type="dcterms:W3CDTF">2026-09-28T17:48:08Z</dcterms:modified>
</cp:coreProperties>
</file>